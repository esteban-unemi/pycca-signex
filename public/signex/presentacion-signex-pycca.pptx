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a1c393f1bc4524" /><Relationship Type="http://schemas.openxmlformats.org/officeDocument/2006/relationships/extended-properties" Target="/docProps/app.xml" Id="R96dd59586eb8498f" /><Relationship Type="http://schemas.openxmlformats.org/officeDocument/2006/relationships/officeDocument" Target="/ppt/presentation.xml" Id="R94a4398b7c004b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131aa1679f4f20"/>
  </p:sldMasterIdLst>
  <p:notesMasterIdLst>
    <p:notesMasterId xmlns:r="http://schemas.openxmlformats.org/officeDocument/2006/relationships" r:id="R311d8dc6ba614ec2"/>
  </p:notesMasterIdLst>
  <p:sldIdLst>
    <p:sldId xmlns:r="http://schemas.openxmlformats.org/officeDocument/2006/relationships" id="256" r:id="R311b3ddd613d4fec"/>
    <p:sldId xmlns:r="http://schemas.openxmlformats.org/officeDocument/2006/relationships" id="257" r:id="Rca8b381fa8ea4115"/>
    <p:sldId xmlns:r="http://schemas.openxmlformats.org/officeDocument/2006/relationships" id="258" r:id="Ra2d1ca501d0f4829"/>
    <p:sldId xmlns:r="http://schemas.openxmlformats.org/officeDocument/2006/relationships" id="259" r:id="Rcda1ee96bd364899"/>
    <p:sldId xmlns:r="http://schemas.openxmlformats.org/officeDocument/2006/relationships" id="260" r:id="R4f0bb54600804634"/>
    <p:sldId xmlns:r="http://schemas.openxmlformats.org/officeDocument/2006/relationships" id="261" r:id="Ra7a578712369415b"/>
    <p:sldId xmlns:r="http://schemas.openxmlformats.org/officeDocument/2006/relationships" id="262" r:id="R30af9f74246c411c"/>
    <p:sldId xmlns:r="http://schemas.openxmlformats.org/officeDocument/2006/relationships" id="263" r:id="R112a9008ffdf4b22"/>
    <p:sldId xmlns:r="http://schemas.openxmlformats.org/officeDocument/2006/relationships" id="264" r:id="Rd1650a244caf4927"/>
    <p:sldId xmlns:r="http://schemas.openxmlformats.org/officeDocument/2006/relationships" id="265" r:id="R023532460f8c478c"/>
    <p:sldId xmlns:r="http://schemas.openxmlformats.org/officeDocument/2006/relationships" id="266" r:id="R1138398009ae4436"/>
    <p:sldId xmlns:r="http://schemas.openxmlformats.org/officeDocument/2006/relationships" id="267" r:id="Rc32eab1f8d614b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e4e779b994044" /><Relationship Type="http://schemas.openxmlformats.org/officeDocument/2006/relationships/slideMaster" Target="/ppt/slideMasters/slideMaster1.xml" Id="R71131aa1679f4f20" /><Relationship Type="http://schemas.openxmlformats.org/officeDocument/2006/relationships/notesMaster" Target="/ppt/notesMasters/notesMaster1.xml" Id="R311d8dc6ba614ec2" /><Relationship Type="http://schemas.openxmlformats.org/officeDocument/2006/relationships/presProps" Target="/ppt/presProps.xml" Id="R2f10177466ce47b3" /><Relationship Type="http://schemas.openxmlformats.org/officeDocument/2006/relationships/tableStyles" Target="/ppt/tableStyles.xml" Id="Rb8505fd65b9c42e9" /><Relationship Type="http://schemas.openxmlformats.org/officeDocument/2006/relationships/slide" Target="/ppt/slides/slide1.xml" Id="R311b3ddd613d4fec" /><Relationship Type="http://schemas.openxmlformats.org/officeDocument/2006/relationships/slide" Target="/ppt/slides/slide2.xml" Id="Rca8b381fa8ea4115" /><Relationship Type="http://schemas.openxmlformats.org/officeDocument/2006/relationships/slide" Target="/ppt/slides/slide3.xml" Id="Ra2d1ca501d0f4829" /><Relationship Type="http://schemas.openxmlformats.org/officeDocument/2006/relationships/slide" Target="/ppt/slides/slide4.xml" Id="Rcda1ee96bd364899" /><Relationship Type="http://schemas.openxmlformats.org/officeDocument/2006/relationships/slide" Target="/ppt/slides/slide5.xml" Id="R4f0bb54600804634" /><Relationship Type="http://schemas.openxmlformats.org/officeDocument/2006/relationships/slide" Target="/ppt/slides/slide6.xml" Id="Ra7a578712369415b" /><Relationship Type="http://schemas.openxmlformats.org/officeDocument/2006/relationships/slide" Target="/ppt/slides/slide7.xml" Id="R30af9f74246c411c" /><Relationship Type="http://schemas.openxmlformats.org/officeDocument/2006/relationships/slide" Target="/ppt/slides/slide8.xml" Id="R112a9008ffdf4b22" /><Relationship Type="http://schemas.openxmlformats.org/officeDocument/2006/relationships/slide" Target="/ppt/slides/slide9.xml" Id="Rd1650a244caf4927" /><Relationship Type="http://schemas.openxmlformats.org/officeDocument/2006/relationships/slide" Target="/ppt/slides/slide10.xml" Id="R023532460f8c478c" /><Relationship Type="http://schemas.openxmlformats.org/officeDocument/2006/relationships/slide" Target="/ppt/slides/slide11.xml" Id="R1138398009ae4436" /><Relationship Type="http://schemas.openxmlformats.org/officeDocument/2006/relationships/slide" Target="/ppt/slides/slide12.xml" Id="Rc32eab1f8d614b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baf312958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f9c6e9dd0f4b12" /><Relationship Type="http://schemas.openxmlformats.org/officeDocument/2006/relationships/notesMaster" Target="/ppt/notesMasters/notesMaster1.xml" Id="Ra77d18d7ccdd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b970808f03491b" /><Relationship Type="http://schemas.openxmlformats.org/officeDocument/2006/relationships/notesMaster" Target="/ppt/notesMasters/notesMaster1.xml" Id="R0f7b0c1a4fa9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f3a4fe1e9483b" /><Relationship Type="http://schemas.openxmlformats.org/officeDocument/2006/relationships/notesMaster" Target="/ppt/notesMasters/notesMaster1.xml" Id="R1993a0b94a394b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dcd16c21bf4bdf" /><Relationship Type="http://schemas.openxmlformats.org/officeDocument/2006/relationships/notesMaster" Target="/ppt/notesMasters/notesMaster1.xml" Id="R21c438292181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8a5d14bc3a462f" /><Relationship Type="http://schemas.openxmlformats.org/officeDocument/2006/relationships/notesMaster" Target="/ppt/notesMasters/notesMaster1.xml" Id="Rfc00fed9df9244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a42de18fef4570" /><Relationship Type="http://schemas.openxmlformats.org/officeDocument/2006/relationships/notesMaster" Target="/ppt/notesMasters/notesMaster1.xml" Id="Rb269427177e348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6f4ead1b03450b" /><Relationship Type="http://schemas.openxmlformats.org/officeDocument/2006/relationships/notesMaster" Target="/ppt/notesMasters/notesMaster1.xml" Id="Rf1da678626e640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831e395ba24552" /><Relationship Type="http://schemas.openxmlformats.org/officeDocument/2006/relationships/notesMaster" Target="/ppt/notesMasters/notesMaster1.xml" Id="R784c6fe79aca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95c681e00844c1" /><Relationship Type="http://schemas.openxmlformats.org/officeDocument/2006/relationships/notesMaster" Target="/ppt/notesMasters/notesMaster1.xml" Id="R0a5fefcf2f2c45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83179563e6402c" /><Relationship Type="http://schemas.openxmlformats.org/officeDocument/2006/relationships/notesMaster" Target="/ppt/notesMasters/notesMaster1.xml" Id="R755c06d1173c40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ec5972d03943ed" /><Relationship Type="http://schemas.openxmlformats.org/officeDocument/2006/relationships/notesMaster" Target="/ppt/notesMasters/notesMaster1.xml" Id="Re58f8c78c5b942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d58af912884e44" /><Relationship Type="http://schemas.openxmlformats.org/officeDocument/2006/relationships/notesMaster" Target="/ppt/notesMasters/notesMaster1.xml" Id="Rd2cdcd08cf8a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0:00–0:30.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0:30–1:00.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1:00–1:20.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1:20–2:00.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2:00–3:00.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3:00–4:30.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4:30–5:30.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5:30–6:00.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6:00–7:00.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7:00–8:00.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8:00–9:15.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9:15–10:00. 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80b3a1a414e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01189258c48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5744d872442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40dad867447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3551c9b7446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1cbdd23c04d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4EC7E9-39AF-4BFE-81DE-332721D47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DB8922-2A53-46BF-9059-427B702462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CA1773-E075-430B-8FC9-9F08F9C71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1F0D1-30D7-4CE2-AE01-F841C1BF3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374972-B219-4453-BC8E-65AF7569BB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3F9410-48EC-4BB2-AD37-F004BA055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D7EE34-8D56-48E8-909C-55D6A33AD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7D3DCF-D89C-431D-A45F-659FE06A5F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20C90-9E5A-45DF-91CE-F49D7539B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0E4F0E-199B-403E-8C4C-D70857CF1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e54812012432b" /><Relationship Type="http://schemas.openxmlformats.org/officeDocument/2006/relationships/slideLayout" Target="/ppt/slideLayouts/slideLayout1.xml" Id="R7ba4725191bf4d1e" /><Relationship Type="http://schemas.openxmlformats.org/officeDocument/2006/relationships/slideLayout" Target="/ppt/slideLayouts/slideLayout2.xml" Id="Rd5eeb4e74d8945ad" /><Relationship Type="http://schemas.openxmlformats.org/officeDocument/2006/relationships/slideLayout" Target="/ppt/slideLayouts/slideLayout3.xml" Id="Ra9dc1990ec6846b4" /><Relationship Type="http://schemas.openxmlformats.org/officeDocument/2006/relationships/slideLayout" Target="/ppt/slideLayouts/slideLayout4.xml" Id="Rc00b252206c74a36" /><Relationship Type="http://schemas.openxmlformats.org/officeDocument/2006/relationships/slideLayout" Target="/ppt/slideLayouts/slideLayout5.xml" Id="R89c890c014464652" /><Relationship Type="http://schemas.openxmlformats.org/officeDocument/2006/relationships/slideLayout" Target="/ppt/slideLayouts/slideLayout6.xml" Id="R89a41079571d4c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4725191bf4d1e"/>
    <p:sldLayoutId xmlns:r="http://schemas.openxmlformats.org/officeDocument/2006/relationships" id="2147483650" r:id="Rd5eeb4e74d8945ad"/>
    <p:sldLayoutId xmlns:r="http://schemas.openxmlformats.org/officeDocument/2006/relationships" id="2147483651" r:id="Ra9dc1990ec6846b4"/>
    <p:sldLayoutId xmlns:r="http://schemas.openxmlformats.org/officeDocument/2006/relationships" id="2147483652" r:id="Rc00b252206c74a36"/>
    <p:sldLayoutId xmlns:r="http://schemas.openxmlformats.org/officeDocument/2006/relationships" id="2147483653" r:id="R89c890c014464652"/>
    <p:sldLayoutId xmlns:r="http://schemas.openxmlformats.org/officeDocument/2006/relationships" id="2147483654" r:id="R89a41079571d4c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c25a3dc514d9b" /><Relationship Type="http://schemas.openxmlformats.org/officeDocument/2006/relationships/image" Target="/ppt/media/image.png" Id="R4d2db2dbe3324a1e" /><Relationship Type="http://schemas.openxmlformats.org/officeDocument/2006/relationships/notesSlide" Target="/ppt/notesSlides/notesSlide1.xml" Id="Refd6d8ea9fc9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afb92abbe489a" /><Relationship Type="http://schemas.openxmlformats.org/officeDocument/2006/relationships/notesSlide" Target="/ppt/notesSlides/notesSlide2.xml" Id="R8e45531ef58d44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f072de2ad4497" /><Relationship Type="http://schemas.openxmlformats.org/officeDocument/2006/relationships/notesSlide" Target="/ppt/notesSlides/notesSlide3.xml" Id="R7064c6feff91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f7943463f48c8" /><Relationship Type="http://schemas.openxmlformats.org/officeDocument/2006/relationships/notesSlide" Target="/ppt/notesSlides/notesSlide4.xml" Id="R01ae43a5f16546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8829e983d45cd" /><Relationship Type="http://schemas.openxmlformats.org/officeDocument/2006/relationships/notesSlide" Target="/ppt/notesSlides/notesSlide5.xml" Id="R4eb4d481d5bb4d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20a638b374c7f" /><Relationship Type="http://schemas.openxmlformats.org/officeDocument/2006/relationships/image" Target="/ppt/media/image2.png" Id="R48360ba19abf4b44" /><Relationship Type="http://schemas.openxmlformats.org/officeDocument/2006/relationships/notesSlide" Target="/ppt/notesSlides/notesSlide6.xml" Id="Rfae4061cbfc74a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28153f19747e8" /><Relationship Type="http://schemas.openxmlformats.org/officeDocument/2006/relationships/notesSlide" Target="/ppt/notesSlides/notesSlide7.xml" Id="R2c28ca068989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96c1c16374f02" /><Relationship Type="http://schemas.openxmlformats.org/officeDocument/2006/relationships/notesSlide" Target="/ppt/notesSlides/notesSlide8.xml" Id="R5545ce7864aa42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60f655e364179" /><Relationship Type="http://schemas.openxmlformats.org/officeDocument/2006/relationships/notesSlide" Target="/ppt/notesSlides/notesSlide9.xml" Id="Rabd4df18fc6b4d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50064e1c540b4" /><Relationship Type="http://schemas.openxmlformats.org/officeDocument/2006/relationships/notesSlide" Target="/ppt/notesSlides/notesSlide10.xml" Id="R6eb77bc59fb348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647ebe048409c" /><Relationship Type="http://schemas.openxmlformats.org/officeDocument/2006/relationships/notesSlide" Target="/ppt/notesSlides/notesSlide11.xml" Id="Rbc4179ce47034f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6bae0131545e7" /><Relationship Type="http://schemas.openxmlformats.org/officeDocument/2006/relationships/notesSlide" Target="/ppt/notesSlides/notesSlide12.xml" Id="R0ff12e64cabc41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C8EBD-DFEC-4D82-BBBD-45BF642A6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db2dbe3324a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FF484-AAF1-4F00-9132-52A2BCE6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400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63A32"/>
                </a:solidFill>
              </a:defRPr>
            </a:pPr>
            <a:r>
              <a:rPr sz="4500" b="1">
                <a:solidFill>
                  <a:srgbClr val="263A32"/>
                </a:solidFill>
              </a:rPr>
              <a:t>Elige con</a:t>
            </a:r>
          </a:p>
          <a:p xmlns:a="http://schemas.openxmlformats.org/drawingml/2006/main">
            <a:pPr>
              <a:defRPr sz="4500" b="1">
                <a:solidFill>
                  <a:srgbClr val="263A32"/>
                </a:solidFill>
              </a:defRPr>
            </a:pPr>
            <a:r>
              <a:rPr sz="4500" b="1">
                <a:solidFill>
                  <a:srgbClr val="263A32"/>
                </a:solidFill>
              </a:rPr>
              <a:t>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EB19A-DD22-4976-AA54-B44A9B19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81375"/>
            <a:ext cx="376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A32"/>
                </a:solidFill>
              </a:defRPr>
            </a:pPr>
            <a:r>
              <a:rPr sz="1950" b="0">
                <a:solidFill>
                  <a:srgbClr val="263A32"/>
                </a:solidFill>
              </a:rPr>
              <a:t>SIGNEX</a:t>
            </a:r>
          </a:p>
          <a:p xmlns:a="http://schemas.openxmlformats.org/drawingml/2006/main">
            <a:pPr>
              <a:defRPr sz="1950" b="0">
                <a:solidFill>
                  <a:srgbClr val="263A32"/>
                </a:solidFill>
              </a:defRPr>
            </a:pPr>
            <a:r>
              <a:rPr sz="1950" b="0">
                <a:solidFill>
                  <a:srgbClr val="263A32"/>
                </a:solidFill>
              </a:rPr>
              <a:t>Campaña para PYCCA Bebé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A1B02-3554-430F-8072-C02634E0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053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63A32"/>
                </a:solidFill>
              </a:defRPr>
            </a:pPr>
            <a:r>
              <a:rPr sz="1125" b="0">
                <a:solidFill>
                  <a:srgbClr val="263A32"/>
                </a:solidFill>
              </a:rPr>
              <a:t>Ambientación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399240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B974E-8E84-422E-AB37-B03873E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La decisión antes de la compra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23FDC-E254-494E-95F7-EB4B46E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campaña propone mostrar información clara de la cuna para ayudar a evaluar su utilidad y el valor de la inversión.</a:t>
            </a:r>
          </a:p>
        </p:txBody>
      </p:sp>
    </p:spTree>
    <p:extLst>
      <p:ext uri="{BB962C8B-B14F-4D97-AF65-F5344CB8AC3E}">
        <p14:creationId xmlns:p14="http://schemas.microsoft.com/office/powerpoint/2010/main" val="906192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FAA19-D419-482C-9384-7B432EC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El público de la campaña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F4105-FF59-4849-BFE3-988CB098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Adultos de 27 a 29 años que preparan la llegada de un bebé.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El estudio previo incluye también compradores para familiares.</a:t>
            </a:r>
          </a:p>
        </p:txBody>
      </p:sp>
    </p:spTree>
    <p:extLst>
      <p:ext uri="{BB962C8B-B14F-4D97-AF65-F5344CB8AC3E}">
        <p14:creationId xmlns:p14="http://schemas.microsoft.com/office/powerpoint/2010/main" val="1094856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7BE60-F7F9-4E6F-BC8C-D3A889E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Tres señales del estudio previo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4D6CB-29BB-4F6D-B269-5F17BE46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526749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26749"/>
                </a:solidFill>
              </a:defRPr>
            </a:pPr>
            <a:r>
              <a:rPr sz="5700" b="1">
                <a:solidFill>
                  <a:srgbClr val="526749"/>
                </a:solidFill>
              </a:rPr>
              <a:t>42,1%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E2655-43C4-43A9-AFE1-A784B72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63A32"/>
                </a:solidFill>
              </a:defRPr>
            </a:pPr>
            <a:r>
              <a:rPr sz="2175" b="1">
                <a:solidFill>
                  <a:srgbClr val="263A32"/>
                </a:solidFill>
              </a:rPr>
              <a:t>Seguridad y</a:t>
            </a:r>
          </a:p>
          <a:p xmlns:a="http://schemas.openxmlformats.org/drawingml/2006/main">
            <a:pPr>
              <a:defRPr sz="2175" b="1">
                <a:solidFill>
                  <a:srgbClr val="263A32"/>
                </a:solidFill>
              </a:defRPr>
            </a:pPr>
            <a:r>
              <a:rPr sz="2175" b="1">
                <a:solidFill>
                  <a:srgbClr val="263A32"/>
                </a:solidFill>
              </a:rPr>
              <a:t>durabilidad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1DE1C-AC64-4B4A-93B6-BDCBD43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6443D"/>
                </a:solidFill>
              </a:defRPr>
            </a:pPr>
            <a:r>
              <a:rPr sz="1800" b="0">
                <a:solidFill>
                  <a:srgbClr val="36443D"/>
                </a:solidFill>
              </a:rPr>
              <a:t>Demostrar atributos</a:t>
            </a:r>
          </a:p>
          <a:p xmlns:a="http://schemas.openxmlformats.org/drawingml/2006/main">
            <a:pPr>
              <a:defRPr sz="1800" b="0">
                <a:solidFill>
                  <a:srgbClr val="36443D"/>
                </a:solidFill>
              </a:defRPr>
            </a:pPr>
            <a:r>
              <a:rPr sz="1800" b="0">
                <a:solidFill>
                  <a:srgbClr val="36443D"/>
                </a:solidFill>
              </a:rPr>
              <a:t>comprobables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3E252-C9A0-432E-96C0-A57246CD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526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526749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26749"/>
                </a:solidFill>
              </a:defRPr>
            </a:pPr>
            <a:r>
              <a:rPr sz="5700" b="1">
                <a:solidFill>
                  <a:srgbClr val="526749"/>
                </a:solidFill>
              </a:rPr>
              <a:t>47,4%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DEBF7-D0AC-4056-8EAC-FCC44237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908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63A32"/>
                </a:solidFill>
              </a:defRPr>
            </a:pPr>
            <a:r>
              <a:rPr sz="2175" b="1">
                <a:solidFill>
                  <a:srgbClr val="263A32"/>
                </a:solidFill>
              </a:rPr>
              <a:t>Precio alto para</a:t>
            </a:r>
          </a:p>
          <a:p xmlns:a="http://schemas.openxmlformats.org/drawingml/2006/main">
            <a:pPr>
              <a:defRPr sz="2175" b="1">
                <a:solidFill>
                  <a:srgbClr val="263A32"/>
                </a:solidFill>
              </a:defRPr>
            </a:pPr>
            <a:r>
              <a:rPr sz="2175" b="1">
                <a:solidFill>
                  <a:srgbClr val="263A32"/>
                </a:solidFill>
              </a:rPr>
              <a:t>poco tiempo de 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0196D-804E-4F45-BEC0-FA51170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291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6443D"/>
                </a:solidFill>
              </a:defRPr>
            </a:pPr>
            <a:r>
              <a:rPr sz="1800" b="0">
                <a:solidFill>
                  <a:srgbClr val="36443D"/>
                </a:solidFill>
              </a:rPr>
              <a:t>Explicar la utilidad</a:t>
            </a:r>
          </a:p>
          <a:p xmlns:a="http://schemas.openxmlformats.org/drawingml/2006/main">
            <a:pPr>
              <a:defRPr sz="1800" b="0">
                <a:solidFill>
                  <a:srgbClr val="36443D"/>
                </a:solidFill>
              </a:defRPr>
            </a:pPr>
            <a:r>
              <a:rPr sz="1800" b="0">
                <a:solidFill>
                  <a:srgbClr val="36443D"/>
                </a:solidFill>
              </a:rPr>
              <a:t>y el valor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82697-1D28-4F59-9FC3-752B872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526749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26749"/>
                </a:solidFill>
              </a:defRPr>
            </a:pPr>
            <a:r>
              <a:rPr sz="5700" b="1">
                <a:solidFill>
                  <a:srgbClr val="526749"/>
                </a:solidFill>
              </a:rPr>
              <a:t>78,9%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04D7C-FB37-4919-9F24-792099A8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908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63A32"/>
                </a:solidFill>
              </a:defRPr>
            </a:pPr>
            <a:r>
              <a:rPr sz="2175" b="1">
                <a:solidFill>
                  <a:srgbClr val="263A32"/>
                </a:solidFill>
              </a:rPr>
              <a:t>Inspiración</a:t>
            </a:r>
          </a:p>
          <a:p xmlns:a="http://schemas.openxmlformats.org/drawingml/2006/main">
            <a:pPr>
              <a:defRPr sz="2175" b="1">
                <a:solidFill>
                  <a:srgbClr val="263A32"/>
                </a:solidFill>
              </a:defRPr>
            </a:pPr>
            <a:r>
              <a:rPr sz="2175" b="1">
                <a:solidFill>
                  <a:srgbClr val="263A32"/>
                </a:solidFill>
              </a:rPr>
              <a:t>en TikTok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4B6BA-ACCD-4599-A827-1C526CF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291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6443D"/>
                </a:solidFill>
              </a:defRPr>
            </a:pPr>
            <a:r>
              <a:rPr sz="1800" b="0">
                <a:solidFill>
                  <a:srgbClr val="36443D"/>
                </a:solidFill>
              </a:rPr>
              <a:t>Mostrar el producto</a:t>
            </a:r>
          </a:p>
          <a:p xmlns:a="http://schemas.openxmlformats.org/drawingml/2006/main">
            <a:pPr>
              <a:defRPr sz="1800" b="0">
                <a:solidFill>
                  <a:srgbClr val="36443D"/>
                </a:solidFill>
              </a:defRPr>
            </a:pPr>
            <a:r>
              <a:rPr sz="1800" b="0">
                <a:solidFill>
                  <a:srgbClr val="36443D"/>
                </a:solidFill>
              </a:rPr>
              <a:t>en videos breves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F3B63-EAA8-40F1-BE11-720A235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6443D"/>
                </a:solidFill>
              </a:defRPr>
            </a:pPr>
            <a:r>
              <a:rPr sz="1350" b="0">
                <a:solidFill>
                  <a:srgbClr val="36443D"/>
                </a:solidFill>
              </a:rPr>
              <a:t>Estudio previo. Base: 19 registros de 27–29 años. Cuestionario nuevo pendiente.</a:t>
            </a:r>
          </a:p>
        </p:txBody>
      </p:sp>
    </p:spTree>
    <p:extLst>
      <p:ext uri="{BB962C8B-B14F-4D97-AF65-F5344CB8AC3E}">
        <p14:creationId xmlns:p14="http://schemas.microsoft.com/office/powerpoint/2010/main" val="2098117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6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BB552-D483-439A-86BD-922ACF0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CBB5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CBB5"/>
                </a:solidFill>
              </a:defRPr>
            </a:pPr>
            <a:r>
              <a:rPr sz="2250" b="0">
                <a:solidFill>
                  <a:srgbClr val="DCCBB5"/>
                </a:solidFill>
              </a:rPr>
              <a:t>Insight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F9C44-791B-42BE-89C7-2F71458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7F5EF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7F5EF"/>
                </a:solidFill>
              </a:defRPr>
            </a:pPr>
            <a:r>
              <a:rPr sz="3900" b="1">
                <a:solidFill>
                  <a:srgbClr val="F7F5EF"/>
                </a:solidFill>
              </a:rPr>
              <a:t>Quiero elegir algo seguro</a:t>
            </a:r>
          </a:p>
          <a:p xmlns:a="http://schemas.openxmlformats.org/drawingml/2006/main">
            <a:pPr>
              <a:defRPr sz="3900" b="1">
                <a:solidFill>
                  <a:srgbClr val="F7F5EF"/>
                </a:solidFill>
              </a:defRPr>
            </a:pPr>
            <a:r>
              <a:rPr sz="3900" b="1">
                <a:solidFill>
                  <a:srgbClr val="F7F5EF"/>
                </a:solidFill>
              </a:rPr>
              <a:t>para mi bebé, pero necesito</a:t>
            </a:r>
          </a:p>
          <a:p xmlns:a="http://schemas.openxmlformats.org/drawingml/2006/main">
            <a:pPr>
              <a:defRPr sz="3900" b="1">
                <a:solidFill>
                  <a:srgbClr val="F7F5EF"/>
                </a:solidFill>
              </a:defRPr>
            </a:pPr>
            <a:r>
              <a:rPr sz="3900" b="1">
                <a:solidFill>
                  <a:srgbClr val="F7F5EF"/>
                </a:solidFill>
              </a:rPr>
              <a:t>sentir que la inversión</a:t>
            </a:r>
          </a:p>
          <a:p xmlns:a="http://schemas.openxmlformats.org/drawingml/2006/main">
            <a:pPr>
              <a:defRPr sz="3900" b="1">
                <a:solidFill>
                  <a:srgbClr val="F7F5EF"/>
                </a:solidFill>
              </a:defRPr>
            </a:pPr>
            <a:r>
              <a:rPr sz="3900" b="1">
                <a:solidFill>
                  <a:srgbClr val="F7F5EF"/>
                </a:solidFill>
              </a:rPr>
              <a:t>vale la pena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FE48A-AAF4-46C8-8DE8-80E1AC28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CCBB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CCBB5"/>
                </a:solidFill>
              </a:defRPr>
            </a:pPr>
            <a:r>
              <a:rPr sz="2400" b="1">
                <a:solidFill>
                  <a:srgbClr val="DCCBB5"/>
                </a:solidFill>
              </a:rPr>
              <a:t>ELIGE CON CONFIANZA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598EB-52B0-482A-AF87-F2AB3584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7F5E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7F5EF"/>
                </a:solidFill>
              </a:defRPr>
            </a:pPr>
            <a:r>
              <a:rPr sz="1875" b="0">
                <a:solidFill>
                  <a:srgbClr val="F7F5EF"/>
                </a:solidFill>
              </a:rPr>
              <a:t>Demostrar el producto para facilitar una elección informada</a:t>
            </a:r>
          </a:p>
        </p:txBody>
      </p:sp>
    </p:spTree>
    <p:extLst>
      <p:ext uri="{BB962C8B-B14F-4D97-AF65-F5344CB8AC3E}">
        <p14:creationId xmlns:p14="http://schemas.microsoft.com/office/powerpoint/2010/main" val="755006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0BC38-5AB5-429D-B199-2F474E42F5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60ba19abf4b44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7235F-3482-41C9-99BF-3BB2806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63A32"/>
                </a:solidFill>
              </a:defRPr>
            </a:pPr>
            <a:r>
              <a:rPr sz="3225" b="1">
                <a:solidFill>
                  <a:srgbClr val="263A32"/>
                </a:solidFill>
              </a:rPr>
              <a:t>El significado de la imagen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10614-A2FE-4F96-855A-F83A20E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4857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Una habitación cálida expresa preparación y cuidado.</a:t>
            </a:r>
          </a:p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Poppins facilita una lectura clara.</a:t>
            </a:r>
          </a:p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La cuna ocupa el centro de la escena.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551F6-792A-4342-8A76-50D3EDEA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6443D"/>
                </a:solidFill>
              </a:defRPr>
            </a:pPr>
            <a:r>
              <a:rPr sz="1350" b="0">
                <a:solidFill>
                  <a:srgbClr val="36443D"/>
                </a:solidFill>
              </a:rPr>
              <a:t>Ambientación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740037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BB97A-12DB-4F42-A089-D68A516C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El sistema gráfico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F62B9-06B6-439B-9013-F4AA1766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pieza principal presenta la cuna.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El carrusel desarrolla la elección.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historia adapta el mensaje a una lectura rápida.</a:t>
            </a:r>
          </a:p>
        </p:txBody>
      </p:sp>
    </p:spTree>
    <p:extLst>
      <p:ext uri="{BB962C8B-B14F-4D97-AF65-F5344CB8AC3E}">
        <p14:creationId xmlns:p14="http://schemas.microsoft.com/office/powerpoint/2010/main" val="1723824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ECA97-61BE-4454-97DC-5EADD081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Las aplicaciones de campaña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2F61E-B9D6-4108-8E79-ADA945C5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Carrusel, post e historia comparten producto y concepto.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Los mockups muestran su aplicación.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Los renders permiten explorar la ambientación.</a:t>
            </a:r>
          </a:p>
        </p:txBody>
      </p:sp>
    </p:spTree>
    <p:extLst>
      <p:ext uri="{BB962C8B-B14F-4D97-AF65-F5344CB8AC3E}">
        <p14:creationId xmlns:p14="http://schemas.microsoft.com/office/powerpoint/2010/main" val="1293644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27137-3923-4F20-906F-ACB27A4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La historia de Valentina y Jorge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29CDC-870A-40E1-A661-F9349128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Una pareja prepara la habitación de su bebé y necesita elegir una cuna.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recomendación de Camila inicia la búsqueda.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comparación del producto conduce a una decisión informada.</a:t>
            </a:r>
          </a:p>
        </p:txBody>
      </p:sp>
    </p:spTree>
    <p:extLst>
      <p:ext uri="{BB962C8B-B14F-4D97-AF65-F5344CB8AC3E}">
        <p14:creationId xmlns:p14="http://schemas.microsoft.com/office/powerpoint/2010/main" val="8884844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5DFE4-028E-43A3-8B4B-3658D681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La propuesta audiovisual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EF03-9F03-444A-969C-2F4F1605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historia conecta la duda con la elección.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Planos del espacio y detalles del producto.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Luz suave, diálogos naturales y música discreta.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Storyboard y producto final requieren comprobación.</a:t>
            </a:r>
          </a:p>
        </p:txBody>
      </p:sp>
    </p:spTree>
    <p:extLst>
      <p:ext uri="{BB962C8B-B14F-4D97-AF65-F5344CB8AC3E}">
        <p14:creationId xmlns:p14="http://schemas.microsoft.com/office/powerpoint/2010/main" val="1649327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7C79E-9BC3-47DE-93A3-73442D1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Una campaña compartida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DA356-C8C9-4B98-BFC8-DDC9A5F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investigación orienta el mensaje.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semiótica construye sus significados.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El sistema gráfico los aplica.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El spot desarrolla la misma idea en una historia.</a:t>
            </a:r>
          </a:p>
        </p:txBody>
      </p:sp>
    </p:spTree>
    <p:extLst>
      <p:ext uri="{BB962C8B-B14F-4D97-AF65-F5344CB8AC3E}">
        <p14:creationId xmlns:p14="http://schemas.microsoft.com/office/powerpoint/2010/main" val="1985110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6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7ADDF-4DB8-4A2A-8AE7-BBCF5C96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7F5E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5EF"/>
                </a:solidFill>
              </a:defRPr>
            </a:pPr>
            <a:r>
              <a:rPr sz="3600" b="1">
                <a:solidFill>
                  <a:srgbClr val="F7F5EF"/>
                </a:solidFill>
              </a:rPr>
              <a:t>Tu elección, su tranquilidad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9D59B-BADE-4AC5-8EE1-F26D9F5B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CBB5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CBB5"/>
                </a:solidFill>
              </a:defRPr>
            </a:pPr>
            <a:r>
              <a:rPr sz="2250" b="0">
                <a:solidFill>
                  <a:srgbClr val="DCCBB5"/>
                </a:solidFill>
              </a:rPr>
              <a:t>Elige con confianza.</a:t>
            </a:r>
          </a:p>
          <a:p xmlns:a="http://schemas.openxmlformats.org/drawingml/2006/main">
            <a:pPr>
              <a:defRPr sz="2250" b="0">
                <a:solidFill>
                  <a:srgbClr val="DCCBB5"/>
                </a:solidFill>
              </a:defRPr>
            </a:pPr>
            <a:r>
              <a:rPr sz="2250" b="0">
                <a:solidFill>
                  <a:srgbClr val="DCCBB5"/>
                </a:solidFill>
              </a:rPr>
              <a:t>Una propuesta para acercar la información del producto a quienes preparan una nueva etapa.</a:t>
            </a:r>
          </a:p>
        </p:txBody>
      </p:sp>
    </p:spTree>
    <p:extLst>
      <p:ext uri="{BB962C8B-B14F-4D97-AF65-F5344CB8AC3E}">
        <p14:creationId xmlns:p14="http://schemas.microsoft.com/office/powerpoint/2010/main" val="1207165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2026-10-11T16:13:42.6500000Z</dcterms:created>
  <dcterms:modified xsi:type="dcterms:W3CDTF">2026-10-11T16:13:42.6500000Z</dcterms:modified>
</coreProperties>
</file>